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Rasterizacao de Imagens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8CA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Temas de Computacao Visual — IMPA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da Hora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743200" cy="1828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017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ponto-em-triangulo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 via produto vetorial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Anti-aliasing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box, hat e gaussiano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97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526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Rotacao via inversa + Mandelbrot</a:t>
            </a:r>
            <a:endParaRPr lang="en-US" sz="10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651760"/>
            <a:ext cx="1828800" cy="1828800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651760"/>
            <a:ext cx="1828800" cy="137160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0690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Anti-Aliasing por Superamostragem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Formulacao Matematica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 do pixel: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8928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C(p) = (1/W) * Sum[ w_k * c(s_k)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Box: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1 se |dx|,|dy| &lt;= r, senao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Hat (tent):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max(0, 1 - d/r)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 Gaussiano: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950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exp( -d^2 / 2*sigma^2 )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d = sqrt(dx^2 + dy^2), W = Sum(w_k), r = tamanho do pixel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(200x200, 16 amostras)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508760"/>
            <a:ext cx="1554480" cy="155448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846320" y="3063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filtro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508760"/>
            <a:ext cx="1554480" cy="1554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30632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</a:t>
            </a:r>
            <a:endParaRPr lang="en-US" sz="9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337560"/>
            <a:ext cx="1554480" cy="1554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46320" y="4892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337560"/>
            <a:ext cx="1554480" cy="1554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48920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Gaussiano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Desafios: Rotacao e Fractal de Mandelbrot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9768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29768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2412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Rotacao via Transformacao Inversa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testar se (x,y) pertence a forma rotacionada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theta, aplicamos a rotacao inversa: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x' =  cos(theta)*x + sin(theta)*y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y' = -sin(theta)*x + cos(theta)*y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Testamos f(x', y') &lt;= 0 na funcao original</a:t>
            </a:r>
            <a:endParaRPr lang="en-US" sz="10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71800"/>
            <a:ext cx="91440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0°</a:t>
            </a:r>
            <a:endParaRPr lang="en-US" sz="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71800"/>
            <a:ext cx="914400" cy="9144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5448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endParaRPr lang="en-US" sz="8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971800"/>
            <a:ext cx="914400" cy="914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56032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45°</a:t>
            </a:r>
            <a:endParaRPr lang="en-US" sz="8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2971800"/>
            <a:ext cx="914400" cy="914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66160" y="3886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</a:t>
            </a:r>
            <a:endParaRPr lang="en-US" sz="800" dirty="0"/>
          </a:p>
        </p:txBody>
      </p:sp>
      <p:sp>
        <p:nvSpPr>
          <p:cNvPr id="18" name="Shape 12"/>
          <p:cNvSpPr/>
          <p:nvPr/>
        </p:nvSpPr>
        <p:spPr>
          <a:xfrm>
            <a:off x="4846320" y="100584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46320" y="1005840"/>
            <a:ext cx="4114800" cy="3657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Text 14"/>
          <p:cNvSpPr/>
          <p:nvPr/>
        </p:nvSpPr>
        <p:spPr>
          <a:xfrm>
            <a:off x="5029200" y="10241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Fractal de Mandelbrot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029200" y="15087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Iteracao: z_(n+1) = z_n^2 + 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= (cx, cy) no plano complexo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|z_n| &gt; 2: ponto escapa (fora)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Senao apos 100 iter: pertence ao conjunto</a:t>
            </a:r>
            <a:endParaRPr lang="en-US" sz="12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0640" y="2834640"/>
            <a:ext cx="3657600" cy="192024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Rasterizacao de Imagens</dc:title>
  <dc:subject>PptxGenJS Presentation</dc:subject>
  <dc:creator>Ana da Hora</dc:creator>
  <cp:lastModifiedBy>Ana da Hora</cp:lastModifiedBy>
  <cp:revision>1</cp:revision>
  <dcterms:created xsi:type="dcterms:W3CDTF">2026-02-09T11:35:33Z</dcterms:created>
  <dcterms:modified xsi:type="dcterms:W3CDTF">2026-02-09T11:35:33Z</dcterms:modified>
</cp:coreProperties>
</file>