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Visualização: Raytracing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de Computação Visual – IMPA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Carolina Hora  ·  Fevereiro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859536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423160"/>
            <a:ext cx="1600200" cy="173736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487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294436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33101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&amp; Cilindro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2423160"/>
            <a:ext cx="1600200" cy="173736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487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294436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3101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ObjectTransform 3×3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2423160"/>
            <a:ext cx="1600200" cy="173736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487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294436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Implícitas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33101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Mitchell &amp; Coração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2423160"/>
            <a:ext cx="1600200" cy="173736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87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294436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3101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Reflexão recursiva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2423160"/>
            <a:ext cx="1600200" cy="173736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2487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294436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33101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 lente fina</a:t>
            </a:r>
            <a:endParaRPr lang="en-US" sz="1100" dirty="0"/>
          </a:p>
        </p:txBody>
      </p:sp>
      <p:pic>
        <p:nvPicPr>
          <p:cNvPr id="28" name="Image 0" descr="task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74320"/>
            <a:ext cx="2103120" cy="15544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 ·  Geometria &amp; Superfícies</a:t>
            </a:r>
            <a:endParaRPr lang="en-US" sz="2400" dirty="0"/>
          </a:p>
        </p:txBody>
      </p:sp>
      <p:pic>
        <p:nvPicPr>
          <p:cNvPr id="5" name="Image 0" descr="task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22960"/>
            <a:ext cx="283464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822960"/>
            <a:ext cx="2834640" cy="320040"/>
          </a:xfrm>
          <a:prstGeom prst="rect">
            <a:avLst/>
          </a:prstGeom>
          <a:solidFill>
            <a:srgbClr val="58A6FF">
              <a:alpha val="8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841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1 – Cubo &amp; Cilindro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7160" y="30175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Cubo: slab method em 3 eixos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= face de entrada (maior tₘᵢₙ)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Cilindro: corpo quadrático + 2 tampas</a:t>
            </a:r>
            <a:endParaRPr lang="en-US" sz="1100" dirty="0"/>
          </a:p>
        </p:txBody>
      </p:sp>
      <p:pic>
        <p:nvPicPr>
          <p:cNvPr id="9" name="Image 1" descr="task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4680" y="822960"/>
            <a:ext cx="2834640" cy="2103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54680" y="822960"/>
            <a:ext cx="2834640" cy="320040"/>
          </a:xfrm>
          <a:prstGeom prst="rect">
            <a:avLst/>
          </a:prstGeom>
          <a:solidFill>
            <a:srgbClr val="E6A817">
              <a:alpha val="85000"/>
            </a:srgbClr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0" y="841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2 – ObjectTransform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154680" y="30175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Raio → M⁻¹·d (sem normalizar)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→ M·p_obj + 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→ M⁻ᵀ·n  (preserva ⊥)</a:t>
            </a:r>
            <a:endParaRPr lang="en-US" sz="1100" dirty="0"/>
          </a:p>
        </p:txBody>
      </p:sp>
      <p:pic>
        <p:nvPicPr>
          <p:cNvPr id="13" name="Image 2" descr="task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72200" y="822960"/>
            <a:ext cx="2834640" cy="21031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72200" y="822960"/>
            <a:ext cx="2834640" cy="320040"/>
          </a:xfrm>
          <a:prstGeom prst="rect">
            <a:avLst/>
          </a:prstGeom>
          <a:solidFill>
            <a:srgbClr val="E06C75">
              <a:alpha val="85000"/>
            </a:srgbClr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217920" y="841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3 – Superfícies Implícitas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172200" y="30175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AABB → amostras → bisseção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= gradiente numérico ∇f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Mitchell (toroide) + Coração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41248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2 /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 ·  Materiais &amp; Câmera</a:t>
            </a:r>
            <a:endParaRPr lang="en-US" sz="2400" dirty="0"/>
          </a:p>
        </p:txBody>
      </p:sp>
      <p:pic>
        <p:nvPicPr>
          <p:cNvPr id="5" name="Image 0" descr="task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04672"/>
            <a:ext cx="4114800" cy="3081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804672"/>
            <a:ext cx="4114800" cy="347472"/>
          </a:xfrm>
          <a:prstGeom prst="rect">
            <a:avLst/>
          </a:prstGeom>
          <a:solidFill>
            <a:srgbClr val="58A6FF">
              <a:alpha val="8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822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4 – Espelho Perfeito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" y="3977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d − 2(d·n)n  (raio refletido)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Reflexões visíveis ≈ max_depth − 1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max_depth=12 nesta imagem</a:t>
            </a:r>
            <a:endParaRPr lang="en-US" sz="1200" dirty="0"/>
          </a:p>
        </p:txBody>
      </p:sp>
      <p:pic>
        <p:nvPicPr>
          <p:cNvPr id="9" name="Image 1" descr="task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804672"/>
            <a:ext cx="4434840" cy="23591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804672"/>
            <a:ext cx="4434840" cy="347472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17720" y="82296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5 – Profundidade de Campo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0" y="32461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ThinLensCamera: amostra disco na lente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raios convergem ao ponto focal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lens_radius=0.35 · focal=10u · n=16 spp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0" y="4224528"/>
            <a:ext cx="4434840" cy="704088"/>
          </a:xfrm>
          <a:prstGeom prst="roundRect">
            <a:avLst>
              <a:gd name="adj" fmla="val 7792"/>
            </a:avLst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63440" y="42519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Dificuldades: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63440" y="44805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Pickle de closures no multiprocessing  ·  Escala de t no ObjectTransform  ·  Ruído no DOF com poucas amostras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41248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3 /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Raytracing – TCV 2026</dc:title>
  <dc:subject>PptxGenJS Presentation</dc:subject>
  <dc:creator>PptxGenJS</dc:creator>
  <cp:lastModifiedBy>PptxGenJS</cp:lastModifiedBy>
  <cp:revision>1</cp:revision>
  <dcterms:created xsi:type="dcterms:W3CDTF">2026-02-23T11:20:43Z</dcterms:created>
  <dcterms:modified xsi:type="dcterms:W3CDTF">2026-02-23T11:20:43Z</dcterms:modified>
</cp:coreProperties>
</file>