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Ponto-em-Triangulo e Rasterizacao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384048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869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Funcoes de Aresta (Edge Functions)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Definicao: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E(p, a, b) = (px - bx)(ay - by) - (ax - bx)(py - by)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2 x area sinalizada do triangulo (p, a, b)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pertinencia: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pertence T  &lt;=&gt;  sgn(d1) = sgn(d2) = sgn(d3)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Invariante a orientacao (CW/CCW) dos vertices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868680"/>
            <a:ext cx="46634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868680"/>
            <a:ext cx="466344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8869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Aliasing em Multiplas Resolucoes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325880"/>
            <a:ext cx="960120" cy="731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480560" y="208483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80x60</a:t>
            </a:r>
            <a:endParaRPr lang="en-US" sz="7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25880"/>
            <a:ext cx="960120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208483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200x150</a:t>
            </a:r>
            <a:endParaRPr lang="en-US" sz="7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25880"/>
            <a:ext cx="960120" cy="7315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0" y="208483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400x300</a:t>
            </a:r>
            <a:endParaRPr lang="en-US" sz="7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325880"/>
            <a:ext cx="960120" cy="7315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0" y="2084832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800x600</a:t>
            </a: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4480560" y="2331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Serrilhado decorre de: indicadora 1_T descontínua em dT =&gt; banda espectral ilimitada</a:t>
            </a:r>
            <a:endParaRPr lang="en-US" sz="750" dirty="0"/>
          </a:p>
        </p:txBody>
      </p:sp>
      <p:sp>
        <p:nvSpPr>
          <p:cNvPr id="20" name="Shape 14"/>
          <p:cNvSpPr/>
          <p:nvPr/>
        </p:nvSpPr>
        <p:spPr>
          <a:xfrm>
            <a:off x="274320" y="315468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274320" y="3154680"/>
            <a:ext cx="420624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Text 16"/>
          <p:cNvSpPr/>
          <p:nvPr/>
        </p:nvSpPr>
        <p:spPr>
          <a:xfrm>
            <a:off x="411480" y="3172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Triangulos Adjacentes — Aresta Compartilhada</a:t>
            </a:r>
            <a:endParaRPr lang="en-US" sz="1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593592"/>
            <a:ext cx="1371600" cy="10058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57200" y="461772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80x60</a:t>
            </a:r>
            <a:endParaRPr lang="en-US" sz="7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120" y="3593592"/>
            <a:ext cx="1371600" cy="10058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103120" y="461772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800x600</a:t>
            </a:r>
            <a:endParaRPr lang="en-US" sz="700" dirty="0"/>
          </a:p>
        </p:txBody>
      </p:sp>
      <p:sp>
        <p:nvSpPr>
          <p:cNvPr id="27" name="Text 19"/>
          <p:cNvSpPr/>
          <p:nvPr/>
        </p:nvSpPr>
        <p:spPr>
          <a:xfrm>
            <a:off x="3291840" y="36118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Condicao &lt;= (inclusiva):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gaps, mas overlap na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aresta. Solucao: top-left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(Pineda, 1988)</a:t>
            </a:r>
            <a:endParaRPr lang="en-US" sz="800" dirty="0"/>
          </a:p>
        </p:txBody>
      </p:sp>
      <p:sp>
        <p:nvSpPr>
          <p:cNvPr id="28" name="Shape 20"/>
          <p:cNvSpPr/>
          <p:nvPr/>
        </p:nvSpPr>
        <p:spPr>
          <a:xfrm>
            <a:off x="4663440" y="3154680"/>
            <a:ext cx="4297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4663440" y="3154680"/>
            <a:ext cx="429768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0" name="Text 22"/>
          <p:cNvSpPr/>
          <p:nvPr/>
        </p:nvSpPr>
        <p:spPr>
          <a:xfrm>
            <a:off x="4800600" y="31729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Triangulos Separados — Gap Variavel</a:t>
            </a:r>
            <a:endParaRPr lang="en-US" sz="12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3611880"/>
            <a:ext cx="1188720" cy="8869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800600" y="45262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d=0.01, 80x60</a:t>
            </a:r>
            <a:endParaRPr lang="en-US" sz="7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611880"/>
            <a:ext cx="1188720" cy="88696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126480" y="45262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d=0.1, 800x600</a:t>
            </a:r>
            <a:endParaRPr lang="en-US" sz="7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0" y="3611880"/>
            <a:ext cx="1188720" cy="8869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452360" y="45262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d=0.5, 800x600</a:t>
            </a:r>
            <a:endParaRPr lang="en-US" sz="700" dirty="0"/>
          </a:p>
        </p:txBody>
      </p:sp>
      <p:sp>
        <p:nvSpPr>
          <p:cNvPr id="37" name="Text 26"/>
          <p:cNvSpPr/>
          <p:nvPr/>
        </p:nvSpPr>
        <p:spPr>
          <a:xfrm>
            <a:off x="4800600" y="47548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 &lt; Dx (largura pixel): gap invisivel (sub-amostragem)</a:t>
            </a:r>
            <a:endParaRPr lang="en-US" sz="750" dirty="0"/>
          </a:p>
        </p:txBody>
      </p:sp>
      <p:sp>
        <p:nvSpPr>
          <p:cNvPr id="38" name="Shape 2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Funcao Implicita e Anti-Aliasing por Superamostragem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86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Regiao Implicita: Omega = { f(x,y) &lt;= 0 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f(x,y) = 0.004 + 0.110x - 0.177y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- 0.174x² + 0.224xy - 0.303y²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- 0.168x³ + 0.327x²y - 0.087xy² - 0.013y³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+ 0.235x⁴ - 0.667x³y + 0.745x²y² - 0.029xy³ + 0.072y⁴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Polinomio de grau 4, 15 monomios</a:t>
            </a:r>
            <a:endParaRPr lang="en-US" sz="800" dirty="0"/>
          </a:p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Topologia nao-trivial: componente desconectada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868680"/>
            <a:ext cx="1371600" cy="1371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226771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400x400</a:t>
            </a:r>
            <a:endParaRPr lang="en-US" sz="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868680"/>
            <a:ext cx="1371600" cy="1371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26480" y="226771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200x200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7680960" y="868680"/>
            <a:ext cx="54864" cy="1371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9"/>
          <p:cNvSpPr/>
          <p:nvPr/>
        </p:nvSpPr>
        <p:spPr>
          <a:xfrm>
            <a:off x="7818120" y="9144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Aliasing: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1_Omega descontínua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=&gt; espectro O(1/w)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=&gt; Nyquist violado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74320" y="2880360"/>
            <a:ext cx="45720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880360"/>
            <a:ext cx="457200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2"/>
          <p:cNvSpPr/>
          <p:nvPr/>
        </p:nvSpPr>
        <p:spPr>
          <a:xfrm>
            <a:off x="411480" y="28986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Superamostragem com Filtros de Reconstrucao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11480" y="3310128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geral:</a:t>
            </a:r>
            <a:endParaRPr lang="en-US" sz="90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c_ij = (1/W) * Sum_k  h(s_k - p_ij) * c(s_k)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Box:        h(d) = 1 se |d| &lt;= r, senao 0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(media aritmetica uniforme)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Hat:        h(d) = max(0, 1 - ||d||/r)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(autoconvolucao do box)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Gaussiano:  h(d) = exp(-||d||² / 2s²)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(minimiza incerteza Heisenberg-Gabor)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029200" y="2880360"/>
            <a:ext cx="39319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029200" y="2880360"/>
            <a:ext cx="393192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6"/>
          <p:cNvSpPr/>
          <p:nvPr/>
        </p:nvSpPr>
        <p:spPr>
          <a:xfrm>
            <a:off x="5166360" y="2898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Resultados: 200x200, N=16 amostras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3337560"/>
            <a:ext cx="822960" cy="8229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66360" y="41879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filtro</a:t>
            </a:r>
            <a:endParaRPr lang="en-US" sz="7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337560"/>
            <a:ext cx="822960" cy="8229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080760" y="41879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</a:t>
            </a:r>
            <a:endParaRPr lang="en-US" sz="7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3337560"/>
            <a:ext cx="822960" cy="8229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95160" y="41879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</a:t>
            </a:r>
            <a:endParaRPr lang="en-US" sz="7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3337560"/>
            <a:ext cx="822960" cy="8229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909560" y="41879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Gaussiano</a:t>
            </a:r>
            <a:endParaRPr lang="en-US" sz="700" dirty="0"/>
          </a:p>
        </p:txBody>
      </p:sp>
      <p:sp>
        <p:nvSpPr>
          <p:cNvPr id="29" name="Text 21"/>
          <p:cNvSpPr/>
          <p:nvPr/>
        </p:nvSpPr>
        <p:spPr>
          <a:xfrm>
            <a:off x="516636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 e Gaussiano concentram peso no centro =&gt; transicoes mais suaves</a:t>
            </a:r>
            <a:endParaRPr lang="en-US" sz="800" dirty="0"/>
          </a:p>
        </p:txBody>
      </p:sp>
      <p:sp>
        <p:nvSpPr>
          <p:cNvPr id="30" name="Shape 2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Desafios: Rotacao e Fractal de Mandelbrot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3891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38912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86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Rotacao via Transformacao Inversa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nao rotacionar a geometria (reescrever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coeficientes), mas rotacionar o espaco de amostragem.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Proposicao: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(x,y) pertence R(theta)*Omega  &lt;=&gt;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R^(-1)(theta)*(x,y) pertence Omega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x' =  cos(t)*x + sin(t)*y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y' = -sin(t)*x + cos(t)*y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017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Teste: f(x', y') &lt;= 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R^(-1) = R^T (grupo ortogonal O(2))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Custo: 2 mult. + 2 add. por ponto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0"/>
            <a:ext cx="914400" cy="9144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45720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0°</a:t>
            </a:r>
            <a:endParaRPr lang="en-US" sz="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3657600"/>
            <a:ext cx="914400" cy="9144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45720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30°</a:t>
            </a:r>
            <a:endParaRPr lang="en-US" sz="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3657600"/>
            <a:ext cx="914400" cy="914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68880" y="45720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45°</a:t>
            </a:r>
            <a:endParaRPr lang="en-US" sz="8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657600"/>
            <a:ext cx="914400" cy="9144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474720" y="45720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90°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4846320" y="868680"/>
            <a:ext cx="41148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846320" y="868680"/>
            <a:ext cx="411480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Text 16"/>
          <p:cNvSpPr/>
          <p:nvPr/>
        </p:nvSpPr>
        <p:spPr>
          <a:xfrm>
            <a:off x="4983480" y="886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de Mandelbrot como Funcao Implicita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983480" y="1298448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Definicao:</a:t>
            </a:r>
            <a:endParaRPr lang="en-US" sz="90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{ c in C : sup_n |z_n(c)| &lt; inf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Iteracao:</a:t>
            </a: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z_(n+1) = z_n² + c,  z_0 = 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escape: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|z_n| &gt; 2 =&gt; c nao pertence M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(lema de escape, N_max = 100 iter.)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Integracao ao framework: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g(cx,cy) = -1 se c in M, +1 se c escapa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&lt;= 0  &lt;=&gt;  in_out = True</a:t>
            </a:r>
            <a:endParaRPr lang="en-US" sz="9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337560"/>
            <a:ext cx="3749040" cy="1417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029200" y="47731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dim_H(dM) = 2: aliasing intrinseco em qualquer escala</a:t>
            </a:r>
            <a:endParaRPr lang="en-US" sz="750" dirty="0"/>
          </a:p>
        </p:txBody>
      </p:sp>
      <p:sp>
        <p:nvSpPr>
          <p:cNvPr id="26" name="Shape 1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Rasterizacao de Imagens</dc:title>
  <dc:subject>PptxGenJS Presentation</dc:subject>
  <dc:creator>Ana da Hora</dc:creator>
  <cp:lastModifiedBy>Ana da Hora</cp:lastModifiedBy>
  <cp:revision>1</cp:revision>
  <dcterms:created xsi:type="dcterms:W3CDTF">2026-02-09T11:56:49Z</dcterms:created>
  <dcterms:modified xsi:type="dcterms:W3CDTF">2026-02-09T11:56:49Z</dcterms:modified>
</cp:coreProperties>
</file>